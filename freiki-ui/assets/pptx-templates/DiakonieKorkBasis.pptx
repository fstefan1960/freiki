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3433425" cy="7556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53"/>
    <p:restoredTop sz="94681"/>
  </p:normalViewPr>
  <p:slideViewPr>
    <p:cSldViewPr snapToGrid="0">
      <p:cViewPr varScale="1">
        <p:scale>
          <a:sx n="105" d="100"/>
          <a:sy n="105" d="100"/>
        </p:scale>
        <p:origin x="10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3" d="100"/>
          <a:sy n="93" d="100"/>
        </p:scale>
        <p:origin x="4072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Shape 266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67" name="Shape 26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Helvetica Neue"/>
      </a:defRPr>
    </a:lvl1pPr>
    <a:lvl2pPr indent="228600" latinLnBrk="0">
      <a:defRPr sz="1200">
        <a:latin typeface="+mj-lt"/>
        <a:ea typeface="+mj-ea"/>
        <a:cs typeface="+mj-cs"/>
        <a:sym typeface="Helvetica Neue"/>
      </a:defRPr>
    </a:lvl2pPr>
    <a:lvl3pPr indent="457200" latinLnBrk="0">
      <a:defRPr sz="1200">
        <a:latin typeface="+mj-lt"/>
        <a:ea typeface="+mj-ea"/>
        <a:cs typeface="+mj-cs"/>
        <a:sym typeface="Helvetica Neue"/>
      </a:defRPr>
    </a:lvl3pPr>
    <a:lvl4pPr indent="685800" latinLnBrk="0">
      <a:defRPr sz="1200">
        <a:latin typeface="+mj-lt"/>
        <a:ea typeface="+mj-ea"/>
        <a:cs typeface="+mj-cs"/>
        <a:sym typeface="Helvetica Neue"/>
      </a:defRPr>
    </a:lvl4pPr>
    <a:lvl5pPr indent="914400" latinLnBrk="0">
      <a:defRPr sz="1200">
        <a:latin typeface="+mj-lt"/>
        <a:ea typeface="+mj-ea"/>
        <a:cs typeface="+mj-cs"/>
        <a:sym typeface="Helvetica Neue"/>
      </a:defRPr>
    </a:lvl5pPr>
    <a:lvl6pPr indent="1143000" latinLnBrk="0">
      <a:defRPr sz="1200">
        <a:latin typeface="+mj-lt"/>
        <a:ea typeface="+mj-ea"/>
        <a:cs typeface="+mj-cs"/>
        <a:sym typeface="Helvetica Neue"/>
      </a:defRPr>
    </a:lvl6pPr>
    <a:lvl7pPr indent="1371600" latinLnBrk="0">
      <a:defRPr sz="1200">
        <a:latin typeface="+mj-lt"/>
        <a:ea typeface="+mj-ea"/>
        <a:cs typeface="+mj-cs"/>
        <a:sym typeface="Helvetica Neue"/>
      </a:defRPr>
    </a:lvl7pPr>
    <a:lvl8pPr indent="1600200" latinLnBrk="0">
      <a:defRPr sz="1200">
        <a:latin typeface="+mj-lt"/>
        <a:ea typeface="+mj-ea"/>
        <a:cs typeface="+mj-cs"/>
        <a:sym typeface="Helvetica Neue"/>
      </a:defRPr>
    </a:lvl8pPr>
    <a:lvl9pPr indent="1828800" latinLnBrk="0">
      <a:defRPr sz="1200">
        <a:latin typeface="+mj-lt"/>
        <a:ea typeface="+mj-ea"/>
        <a:cs typeface="+mj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hteck 7"/>
          <p:cNvSpPr/>
          <p:nvPr/>
        </p:nvSpPr>
        <p:spPr>
          <a:xfrm>
            <a:off x="0" y="5259600"/>
            <a:ext cx="13444816" cy="2299681"/>
          </a:xfrm>
          <a:prstGeom prst="rect">
            <a:avLst/>
          </a:prstGeom>
          <a:gradFill>
            <a:gsLst>
              <a:gs pos="0">
                <a:srgbClr val="FFDB89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</p:spPr>
        <p:txBody>
          <a:bodyPr lIns="0" tIns="0" rIns="0" bIns="0"/>
          <a:lstStyle/>
          <a:p>
            <a:endParaRPr sz="1800"/>
          </a:p>
        </p:txBody>
      </p:sp>
      <p:pic>
        <p:nvPicPr>
          <p:cNvPr id="21" name="Grafik 9" descr="Grafik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257040"/>
            <a:ext cx="3238622" cy="1568520"/>
          </a:xfrm>
          <a:prstGeom prst="rect">
            <a:avLst/>
          </a:prstGeom>
          <a:ln w="12700">
            <a:miter lim="400000"/>
          </a:ln>
        </p:spPr>
      </p:pic>
      <p:sp>
        <p:nvSpPr>
          <p:cNvPr id="22" name="Titeltext"/>
          <p:cNvSpPr txBox="1">
            <a:spLocks noGrp="1"/>
          </p:cNvSpPr>
          <p:nvPr>
            <p:ph type="title" hasCustomPrompt="1"/>
          </p:nvPr>
        </p:nvSpPr>
        <p:spPr>
          <a:xfrm>
            <a:off x="923883" y="402120"/>
            <a:ext cx="11596089" cy="146088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b="1"/>
            </a:lvl1pPr>
          </a:lstStyle>
          <a:p>
            <a:r>
              <a:rPr dirty="0" err="1"/>
              <a:t>Titeltext</a:t>
            </a:r>
            <a:endParaRPr dirty="0"/>
          </a:p>
        </p:txBody>
      </p:sp>
      <p:sp>
        <p:nvSpPr>
          <p:cNvPr id="23" name="Textebene 1…"/>
          <p:cNvSpPr txBox="1">
            <a:spLocks noGrp="1"/>
          </p:cNvSpPr>
          <p:nvPr>
            <p:ph type="body" idx="1"/>
          </p:nvPr>
        </p:nvSpPr>
        <p:spPr>
          <a:xfrm>
            <a:off x="923883" y="2012401"/>
            <a:ext cx="11596089" cy="4796281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r>
              <a:rPr dirty="0" err="1"/>
              <a:t>Textebene</a:t>
            </a:r>
            <a:r>
              <a:rPr dirty="0"/>
              <a:t> 1</a:t>
            </a:r>
          </a:p>
          <a:p>
            <a:pPr lvl="1"/>
            <a:r>
              <a:rPr dirty="0" err="1"/>
              <a:t>Textebene</a:t>
            </a:r>
            <a:r>
              <a:rPr dirty="0"/>
              <a:t> 2</a:t>
            </a:r>
          </a:p>
          <a:p>
            <a:pPr lvl="2"/>
            <a:r>
              <a:rPr dirty="0" err="1"/>
              <a:t>Textebene</a:t>
            </a:r>
            <a:r>
              <a:rPr dirty="0"/>
              <a:t> 3</a:t>
            </a:r>
          </a:p>
          <a:p>
            <a:pPr lvl="3"/>
            <a:r>
              <a:rPr dirty="0" err="1"/>
              <a:t>Textebene</a:t>
            </a:r>
            <a:r>
              <a:rPr dirty="0"/>
              <a:t> 4</a:t>
            </a:r>
          </a:p>
          <a:p>
            <a:pPr lvl="4"/>
            <a:r>
              <a:rPr dirty="0" err="1"/>
              <a:t>Textebene</a:t>
            </a:r>
            <a:r>
              <a:rPr dirty="0"/>
              <a:t> 5</a:t>
            </a:r>
          </a:p>
        </p:txBody>
      </p:sp>
      <p:sp>
        <p:nvSpPr>
          <p:cNvPr id="24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hteck 7"/>
          <p:cNvSpPr/>
          <p:nvPr/>
        </p:nvSpPr>
        <p:spPr>
          <a:xfrm>
            <a:off x="0" y="5259600"/>
            <a:ext cx="13444816" cy="2299681"/>
          </a:xfrm>
          <a:prstGeom prst="rect">
            <a:avLst/>
          </a:prstGeom>
          <a:gradFill>
            <a:gsLst>
              <a:gs pos="0">
                <a:srgbClr val="FFDB89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</p:spPr>
        <p:txBody>
          <a:bodyPr lIns="0" tIns="0" rIns="0" bIns="0"/>
          <a:lstStyle/>
          <a:p>
            <a:endParaRPr sz="1800"/>
          </a:p>
        </p:txBody>
      </p:sp>
      <p:pic>
        <p:nvPicPr>
          <p:cNvPr id="43" name="Grafik 9" descr="Grafik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257040"/>
            <a:ext cx="3238622" cy="1568520"/>
          </a:xfrm>
          <a:prstGeom prst="rect">
            <a:avLst/>
          </a:prstGeom>
          <a:ln w="12700">
            <a:miter lim="400000"/>
          </a:ln>
        </p:spPr>
      </p:pic>
      <p:sp>
        <p:nvSpPr>
          <p:cNvPr id="44" name="Titeltext"/>
          <p:cNvSpPr txBox="1">
            <a:spLocks noGrp="1"/>
          </p:cNvSpPr>
          <p:nvPr>
            <p:ph type="title"/>
          </p:nvPr>
        </p:nvSpPr>
        <p:spPr>
          <a:xfrm>
            <a:off x="923883" y="402120"/>
            <a:ext cx="11596089" cy="146088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Titeltext</a:t>
            </a:r>
          </a:p>
        </p:txBody>
      </p:sp>
      <p:sp>
        <p:nvSpPr>
          <p:cNvPr id="45" name="Textebene 1…"/>
          <p:cNvSpPr txBox="1">
            <a:spLocks noGrp="1"/>
          </p:cNvSpPr>
          <p:nvPr>
            <p:ph type="body" sz="half" idx="1"/>
          </p:nvPr>
        </p:nvSpPr>
        <p:spPr>
          <a:xfrm>
            <a:off x="923883" y="2012401"/>
            <a:ext cx="5658550" cy="479628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46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hteck 7"/>
          <p:cNvSpPr/>
          <p:nvPr/>
        </p:nvSpPr>
        <p:spPr>
          <a:xfrm>
            <a:off x="0" y="5259600"/>
            <a:ext cx="13444816" cy="2299681"/>
          </a:xfrm>
          <a:prstGeom prst="rect">
            <a:avLst/>
          </a:prstGeom>
          <a:gradFill>
            <a:gsLst>
              <a:gs pos="0">
                <a:srgbClr val="FFDB89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</p:spPr>
        <p:txBody>
          <a:bodyPr lIns="0" tIns="0" rIns="0" bIns="0"/>
          <a:lstStyle/>
          <a:p>
            <a:endParaRPr sz="1800"/>
          </a:p>
        </p:txBody>
      </p:sp>
      <p:pic>
        <p:nvPicPr>
          <p:cNvPr id="54" name="Grafik 9" descr="Grafik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257040"/>
            <a:ext cx="3238622" cy="1568520"/>
          </a:xfrm>
          <a:prstGeom prst="rect">
            <a:avLst/>
          </a:prstGeom>
          <a:ln w="12700">
            <a:miter lim="400000"/>
          </a:ln>
        </p:spPr>
      </p:pic>
      <p:sp>
        <p:nvSpPr>
          <p:cNvPr id="55" name="Titeltext"/>
          <p:cNvSpPr txBox="1">
            <a:spLocks noGrp="1"/>
          </p:cNvSpPr>
          <p:nvPr>
            <p:ph type="title"/>
          </p:nvPr>
        </p:nvSpPr>
        <p:spPr>
          <a:xfrm>
            <a:off x="923883" y="402120"/>
            <a:ext cx="11596089" cy="146088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Titeltext</a:t>
            </a:r>
          </a:p>
        </p:txBody>
      </p:sp>
      <p:sp>
        <p:nvSpPr>
          <p:cNvPr id="56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hteck 7"/>
          <p:cNvSpPr/>
          <p:nvPr/>
        </p:nvSpPr>
        <p:spPr>
          <a:xfrm>
            <a:off x="0" y="5259600"/>
            <a:ext cx="13444816" cy="2299681"/>
          </a:xfrm>
          <a:prstGeom prst="rect">
            <a:avLst/>
          </a:prstGeom>
          <a:gradFill>
            <a:gsLst>
              <a:gs pos="0">
                <a:srgbClr val="FFDB89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</p:spPr>
        <p:txBody>
          <a:bodyPr lIns="0" tIns="0" rIns="0" bIns="0"/>
          <a:lstStyle/>
          <a:p>
            <a:endParaRPr sz="1800"/>
          </a:p>
        </p:txBody>
      </p:sp>
      <p:pic>
        <p:nvPicPr>
          <p:cNvPr id="64" name="Grafik 9" descr="Grafik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257040"/>
            <a:ext cx="3238622" cy="1568520"/>
          </a:xfrm>
          <a:prstGeom prst="rect">
            <a:avLst/>
          </a:prstGeom>
          <a:ln w="12700">
            <a:miter lim="400000"/>
          </a:ln>
        </p:spPr>
      </p:pic>
      <p:sp>
        <p:nvSpPr>
          <p:cNvPr id="65" name="Textebene 1…"/>
          <p:cNvSpPr txBox="1">
            <a:spLocks noGrp="1"/>
          </p:cNvSpPr>
          <p:nvPr>
            <p:ph type="body" idx="1"/>
          </p:nvPr>
        </p:nvSpPr>
        <p:spPr>
          <a:xfrm>
            <a:off x="923883" y="402120"/>
            <a:ext cx="11596089" cy="6773041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66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hteck 7"/>
          <p:cNvSpPr/>
          <p:nvPr/>
        </p:nvSpPr>
        <p:spPr>
          <a:xfrm>
            <a:off x="0" y="5259600"/>
            <a:ext cx="13444816" cy="2299681"/>
          </a:xfrm>
          <a:prstGeom prst="rect">
            <a:avLst/>
          </a:prstGeom>
          <a:gradFill>
            <a:gsLst>
              <a:gs pos="0">
                <a:srgbClr val="FFDB89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</p:spPr>
        <p:txBody>
          <a:bodyPr lIns="0" tIns="0" rIns="0" bIns="0"/>
          <a:lstStyle/>
          <a:p>
            <a:endParaRPr sz="1800"/>
          </a:p>
        </p:txBody>
      </p:sp>
      <p:pic>
        <p:nvPicPr>
          <p:cNvPr id="74" name="Grafik 9" descr="Grafik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257040"/>
            <a:ext cx="3238622" cy="1568520"/>
          </a:xfrm>
          <a:prstGeom prst="rect">
            <a:avLst/>
          </a:prstGeom>
          <a:ln w="12700">
            <a:miter lim="400000"/>
          </a:ln>
        </p:spPr>
      </p:pic>
      <p:sp>
        <p:nvSpPr>
          <p:cNvPr id="75" name="Titeltext"/>
          <p:cNvSpPr txBox="1">
            <a:spLocks noGrp="1"/>
          </p:cNvSpPr>
          <p:nvPr>
            <p:ph type="title"/>
          </p:nvPr>
        </p:nvSpPr>
        <p:spPr>
          <a:xfrm>
            <a:off x="923883" y="402120"/>
            <a:ext cx="11596089" cy="146088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Titeltext</a:t>
            </a:r>
          </a:p>
        </p:txBody>
      </p:sp>
      <p:sp>
        <p:nvSpPr>
          <p:cNvPr id="76" name="Textebene 1…"/>
          <p:cNvSpPr txBox="1">
            <a:spLocks noGrp="1"/>
          </p:cNvSpPr>
          <p:nvPr>
            <p:ph type="body" sz="quarter" idx="1"/>
          </p:nvPr>
        </p:nvSpPr>
        <p:spPr>
          <a:xfrm>
            <a:off x="923883" y="2012401"/>
            <a:ext cx="5658550" cy="228780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77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hteck 7"/>
          <p:cNvSpPr/>
          <p:nvPr/>
        </p:nvSpPr>
        <p:spPr>
          <a:xfrm>
            <a:off x="0" y="5259600"/>
            <a:ext cx="13444816" cy="2299681"/>
          </a:xfrm>
          <a:prstGeom prst="rect">
            <a:avLst/>
          </a:prstGeom>
          <a:gradFill>
            <a:gsLst>
              <a:gs pos="0">
                <a:srgbClr val="FFDB89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</p:spPr>
        <p:txBody>
          <a:bodyPr lIns="0" tIns="0" rIns="0" bIns="0"/>
          <a:lstStyle/>
          <a:p>
            <a:endParaRPr sz="1800"/>
          </a:p>
        </p:txBody>
      </p:sp>
      <p:pic>
        <p:nvPicPr>
          <p:cNvPr id="85" name="Grafik 9" descr="Grafik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0" y="257040"/>
            <a:ext cx="3250052" cy="1568520"/>
          </a:xfrm>
          <a:prstGeom prst="rect">
            <a:avLst/>
          </a:prstGeom>
          <a:ln w="12700">
            <a:miter lim="400000"/>
          </a:ln>
        </p:spPr>
      </p:pic>
      <p:sp>
        <p:nvSpPr>
          <p:cNvPr id="86" name="Titeltext"/>
          <p:cNvSpPr txBox="1">
            <a:spLocks noGrp="1"/>
          </p:cNvSpPr>
          <p:nvPr>
            <p:ph type="title"/>
          </p:nvPr>
        </p:nvSpPr>
        <p:spPr>
          <a:xfrm>
            <a:off x="923883" y="402120"/>
            <a:ext cx="11596089" cy="146088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Titeltext</a:t>
            </a:r>
          </a:p>
        </p:txBody>
      </p:sp>
      <p:sp>
        <p:nvSpPr>
          <p:cNvPr id="87" name="Textebene 1…"/>
          <p:cNvSpPr txBox="1">
            <a:spLocks noGrp="1"/>
          </p:cNvSpPr>
          <p:nvPr>
            <p:ph type="body" sz="half" idx="1"/>
          </p:nvPr>
        </p:nvSpPr>
        <p:spPr>
          <a:xfrm>
            <a:off x="923883" y="2012401"/>
            <a:ext cx="5658550" cy="479628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88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hteck 7"/>
          <p:cNvSpPr/>
          <p:nvPr/>
        </p:nvSpPr>
        <p:spPr>
          <a:xfrm>
            <a:off x="0" y="5259600"/>
            <a:ext cx="13444816" cy="2299681"/>
          </a:xfrm>
          <a:prstGeom prst="rect">
            <a:avLst/>
          </a:prstGeom>
          <a:gradFill>
            <a:gsLst>
              <a:gs pos="0">
                <a:srgbClr val="FFDB89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</p:spPr>
        <p:txBody>
          <a:bodyPr lIns="0" tIns="0" rIns="0" bIns="0"/>
          <a:lstStyle/>
          <a:p>
            <a:endParaRPr sz="1800"/>
          </a:p>
        </p:txBody>
      </p:sp>
      <p:pic>
        <p:nvPicPr>
          <p:cNvPr id="96" name="Grafik 9" descr="Grafik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3595" y="257040"/>
            <a:ext cx="4127707" cy="1568520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Titeltext"/>
          <p:cNvSpPr txBox="1">
            <a:spLocks noGrp="1"/>
          </p:cNvSpPr>
          <p:nvPr>
            <p:ph type="title"/>
          </p:nvPr>
        </p:nvSpPr>
        <p:spPr>
          <a:xfrm>
            <a:off x="923883" y="402120"/>
            <a:ext cx="11596089" cy="146088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Titeltext</a:t>
            </a:r>
          </a:p>
        </p:txBody>
      </p:sp>
      <p:sp>
        <p:nvSpPr>
          <p:cNvPr id="98" name="Textebene 1…"/>
          <p:cNvSpPr txBox="1">
            <a:spLocks noGrp="1"/>
          </p:cNvSpPr>
          <p:nvPr>
            <p:ph type="body" sz="quarter" idx="1"/>
          </p:nvPr>
        </p:nvSpPr>
        <p:spPr>
          <a:xfrm>
            <a:off x="923883" y="2012401"/>
            <a:ext cx="5658550" cy="228780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99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hteck 7"/>
          <p:cNvSpPr/>
          <p:nvPr/>
        </p:nvSpPr>
        <p:spPr>
          <a:xfrm>
            <a:off x="0" y="5259600"/>
            <a:ext cx="13444816" cy="2299681"/>
          </a:xfrm>
          <a:prstGeom prst="rect">
            <a:avLst/>
          </a:prstGeom>
          <a:gradFill>
            <a:gsLst>
              <a:gs pos="0">
                <a:srgbClr val="FFDB89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</p:spPr>
        <p:txBody>
          <a:bodyPr lIns="0" tIns="0" rIns="0" bIns="0"/>
          <a:lstStyle/>
          <a:p>
            <a:endParaRPr sz="1800"/>
          </a:p>
        </p:txBody>
      </p:sp>
      <p:pic>
        <p:nvPicPr>
          <p:cNvPr id="107" name="Grafik 9" descr="Grafik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3595" y="257040"/>
            <a:ext cx="4127707" cy="1568520"/>
          </a:xfrm>
          <a:prstGeom prst="rect">
            <a:avLst/>
          </a:prstGeom>
          <a:ln w="12700">
            <a:miter lim="400000"/>
          </a:ln>
        </p:spPr>
      </p:pic>
      <p:sp>
        <p:nvSpPr>
          <p:cNvPr id="108" name="Titeltext"/>
          <p:cNvSpPr txBox="1">
            <a:spLocks noGrp="1"/>
          </p:cNvSpPr>
          <p:nvPr>
            <p:ph type="title"/>
          </p:nvPr>
        </p:nvSpPr>
        <p:spPr>
          <a:xfrm>
            <a:off x="923883" y="402120"/>
            <a:ext cx="11596089" cy="146088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Titeltext</a:t>
            </a:r>
          </a:p>
        </p:txBody>
      </p:sp>
      <p:sp>
        <p:nvSpPr>
          <p:cNvPr id="109" name="Textebene 1…"/>
          <p:cNvSpPr txBox="1">
            <a:spLocks noGrp="1"/>
          </p:cNvSpPr>
          <p:nvPr>
            <p:ph type="body" sz="half" idx="1"/>
          </p:nvPr>
        </p:nvSpPr>
        <p:spPr>
          <a:xfrm>
            <a:off x="923883" y="2012401"/>
            <a:ext cx="11596089" cy="228780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110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hteck 7"/>
          <p:cNvSpPr/>
          <p:nvPr/>
        </p:nvSpPr>
        <p:spPr>
          <a:xfrm>
            <a:off x="0" y="5259600"/>
            <a:ext cx="13444816" cy="2299681"/>
          </a:xfrm>
          <a:prstGeom prst="rect">
            <a:avLst/>
          </a:prstGeom>
          <a:gradFill>
            <a:gsLst>
              <a:gs pos="0">
                <a:srgbClr val="FFDB89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</p:spPr>
        <p:txBody>
          <a:bodyPr lIns="0" tIns="0" rIns="0" bIns="0"/>
          <a:lstStyle/>
          <a:p>
            <a:endParaRPr sz="1800"/>
          </a:p>
        </p:txBody>
      </p:sp>
      <p:pic>
        <p:nvPicPr>
          <p:cNvPr id="118" name="Grafik 9" descr="Grafik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3595" y="257040"/>
            <a:ext cx="4127707" cy="1568520"/>
          </a:xfrm>
          <a:prstGeom prst="rect">
            <a:avLst/>
          </a:prstGeom>
          <a:ln w="12700">
            <a:miter lim="400000"/>
          </a:ln>
        </p:spPr>
      </p:pic>
      <p:sp>
        <p:nvSpPr>
          <p:cNvPr id="119" name="Titeltext"/>
          <p:cNvSpPr txBox="1">
            <a:spLocks noGrp="1"/>
          </p:cNvSpPr>
          <p:nvPr>
            <p:ph type="title"/>
          </p:nvPr>
        </p:nvSpPr>
        <p:spPr>
          <a:xfrm>
            <a:off x="923883" y="402120"/>
            <a:ext cx="11596089" cy="146088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Titeltext</a:t>
            </a:r>
          </a:p>
        </p:txBody>
      </p:sp>
      <p:sp>
        <p:nvSpPr>
          <p:cNvPr id="120" name="Textebene 1…"/>
          <p:cNvSpPr txBox="1">
            <a:spLocks noGrp="1"/>
          </p:cNvSpPr>
          <p:nvPr>
            <p:ph type="body" sz="quarter" idx="1"/>
          </p:nvPr>
        </p:nvSpPr>
        <p:spPr>
          <a:xfrm>
            <a:off x="923883" y="2012401"/>
            <a:ext cx="5658550" cy="228780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121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hteck 7"/>
          <p:cNvSpPr/>
          <p:nvPr/>
        </p:nvSpPr>
        <p:spPr>
          <a:xfrm>
            <a:off x="0" y="5259600"/>
            <a:ext cx="13444816" cy="2299681"/>
          </a:xfrm>
          <a:prstGeom prst="rect">
            <a:avLst/>
          </a:prstGeom>
          <a:gradFill>
            <a:gsLst>
              <a:gs pos="0">
                <a:srgbClr val="FFDB89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</p:spPr>
        <p:txBody>
          <a:bodyPr lIns="0" tIns="0" rIns="0" bIns="0"/>
          <a:lstStyle/>
          <a:p>
            <a:endParaRPr sz="1800"/>
          </a:p>
        </p:txBody>
      </p:sp>
      <p:pic>
        <p:nvPicPr>
          <p:cNvPr id="129" name="Grafik 9" descr="Grafik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3595" y="257040"/>
            <a:ext cx="4127707" cy="1568520"/>
          </a:xfrm>
          <a:prstGeom prst="rect">
            <a:avLst/>
          </a:prstGeom>
          <a:ln w="12700">
            <a:miter lim="400000"/>
          </a:ln>
        </p:spPr>
      </p:pic>
      <p:sp>
        <p:nvSpPr>
          <p:cNvPr id="130" name="Titeltext"/>
          <p:cNvSpPr txBox="1">
            <a:spLocks noGrp="1"/>
          </p:cNvSpPr>
          <p:nvPr>
            <p:ph type="title"/>
          </p:nvPr>
        </p:nvSpPr>
        <p:spPr>
          <a:xfrm>
            <a:off x="923883" y="402120"/>
            <a:ext cx="11596089" cy="146088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Titeltext</a:t>
            </a:r>
          </a:p>
        </p:txBody>
      </p:sp>
      <p:sp>
        <p:nvSpPr>
          <p:cNvPr id="131" name="Textebene 1…"/>
          <p:cNvSpPr txBox="1">
            <a:spLocks noGrp="1"/>
          </p:cNvSpPr>
          <p:nvPr>
            <p:ph type="body" sz="quarter" idx="1"/>
          </p:nvPr>
        </p:nvSpPr>
        <p:spPr>
          <a:xfrm>
            <a:off x="923883" y="2012401"/>
            <a:ext cx="3733473" cy="228780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132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echteck 7"/>
          <p:cNvSpPr/>
          <p:nvPr/>
        </p:nvSpPr>
        <p:spPr>
          <a:xfrm>
            <a:off x="0" y="5259600"/>
            <a:ext cx="13444816" cy="2299681"/>
          </a:xfrm>
          <a:prstGeom prst="rect">
            <a:avLst/>
          </a:prstGeom>
          <a:gradFill>
            <a:gsLst>
              <a:gs pos="0">
                <a:srgbClr val="FFDB89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</p:spPr>
        <p:txBody>
          <a:bodyPr lIns="0" tIns="0" rIns="0" bIns="0"/>
          <a:lstStyle/>
          <a:p>
            <a:endParaRPr sz="1800"/>
          </a:p>
        </p:txBody>
      </p:sp>
      <p:pic>
        <p:nvPicPr>
          <p:cNvPr id="149" name="Grafik 9" descr="Grafik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3595" y="256680"/>
            <a:ext cx="4127707" cy="1568521"/>
          </a:xfrm>
          <a:prstGeom prst="rect">
            <a:avLst/>
          </a:prstGeom>
          <a:ln w="12700">
            <a:miter lim="400000"/>
          </a:ln>
        </p:spPr>
      </p:pic>
      <p:sp>
        <p:nvSpPr>
          <p:cNvPr id="150" name="Titeltext"/>
          <p:cNvSpPr txBox="1">
            <a:spLocks noGrp="1"/>
          </p:cNvSpPr>
          <p:nvPr>
            <p:ph type="title"/>
          </p:nvPr>
        </p:nvSpPr>
        <p:spPr>
          <a:xfrm>
            <a:off x="923883" y="402120"/>
            <a:ext cx="11596089" cy="146088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lnSpc>
                <a:spcPct val="100000"/>
              </a:lnSpc>
              <a:defRPr sz="1800" spc="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Titeltext</a:t>
            </a:r>
          </a:p>
        </p:txBody>
      </p:sp>
      <p:sp>
        <p:nvSpPr>
          <p:cNvPr id="151" name="Textebene 1…"/>
          <p:cNvSpPr txBox="1">
            <a:spLocks noGrp="1"/>
          </p:cNvSpPr>
          <p:nvPr>
            <p:ph type="body" idx="1"/>
          </p:nvPr>
        </p:nvSpPr>
        <p:spPr>
          <a:xfrm>
            <a:off x="923883" y="2012401"/>
            <a:ext cx="11596089" cy="4796281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152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hteck 7"/>
          <p:cNvSpPr/>
          <p:nvPr/>
        </p:nvSpPr>
        <p:spPr>
          <a:xfrm>
            <a:off x="0" y="5259600"/>
            <a:ext cx="13444816" cy="2299681"/>
          </a:xfrm>
          <a:prstGeom prst="rect">
            <a:avLst/>
          </a:prstGeom>
          <a:gradFill>
            <a:gsLst>
              <a:gs pos="0">
                <a:srgbClr val="FFDB89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</p:spPr>
        <p:txBody>
          <a:bodyPr lIns="0" tIns="0" rIns="0" bIns="0"/>
          <a:lstStyle/>
          <a:p>
            <a:endParaRPr sz="1800"/>
          </a:p>
        </p:txBody>
      </p:sp>
      <p:pic>
        <p:nvPicPr>
          <p:cNvPr id="160" name="Grafik 9" descr="Grafik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3595" y="256680"/>
            <a:ext cx="4127707" cy="1568521"/>
          </a:xfrm>
          <a:prstGeom prst="rect">
            <a:avLst/>
          </a:prstGeom>
          <a:ln w="12700">
            <a:miter lim="400000"/>
          </a:ln>
        </p:spPr>
      </p:pic>
      <p:sp>
        <p:nvSpPr>
          <p:cNvPr id="161" name="Titeltext"/>
          <p:cNvSpPr txBox="1">
            <a:spLocks noGrp="1"/>
          </p:cNvSpPr>
          <p:nvPr>
            <p:ph type="title"/>
          </p:nvPr>
        </p:nvSpPr>
        <p:spPr>
          <a:xfrm>
            <a:off x="923883" y="402120"/>
            <a:ext cx="11596089" cy="146088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lnSpc>
                <a:spcPct val="100000"/>
              </a:lnSpc>
              <a:defRPr sz="1800" spc="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Titeltext</a:t>
            </a:r>
          </a:p>
        </p:txBody>
      </p:sp>
      <p:sp>
        <p:nvSpPr>
          <p:cNvPr id="162" name="Textebene 1…"/>
          <p:cNvSpPr txBox="1">
            <a:spLocks noGrp="1"/>
          </p:cNvSpPr>
          <p:nvPr>
            <p:ph type="body" idx="1"/>
          </p:nvPr>
        </p:nvSpPr>
        <p:spPr>
          <a:xfrm>
            <a:off x="923883" y="2012401"/>
            <a:ext cx="11596089" cy="479628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163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Rechteck 7"/>
          <p:cNvSpPr/>
          <p:nvPr/>
        </p:nvSpPr>
        <p:spPr>
          <a:xfrm>
            <a:off x="0" y="5259600"/>
            <a:ext cx="13444816" cy="2299681"/>
          </a:xfrm>
          <a:prstGeom prst="rect">
            <a:avLst/>
          </a:prstGeom>
          <a:gradFill>
            <a:gsLst>
              <a:gs pos="0">
                <a:srgbClr val="FFDB89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</p:spPr>
        <p:txBody>
          <a:bodyPr lIns="0" tIns="0" rIns="0" bIns="0"/>
          <a:lstStyle/>
          <a:p>
            <a:endParaRPr sz="1800"/>
          </a:p>
        </p:txBody>
      </p:sp>
      <p:pic>
        <p:nvPicPr>
          <p:cNvPr id="171" name="Grafik 9" descr="Grafik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3595" y="256680"/>
            <a:ext cx="4127707" cy="1568521"/>
          </a:xfrm>
          <a:prstGeom prst="rect">
            <a:avLst/>
          </a:prstGeom>
          <a:ln w="12700">
            <a:miter lim="400000"/>
          </a:ln>
        </p:spPr>
      </p:pic>
      <p:sp>
        <p:nvSpPr>
          <p:cNvPr id="172" name="Titeltext"/>
          <p:cNvSpPr txBox="1">
            <a:spLocks noGrp="1"/>
          </p:cNvSpPr>
          <p:nvPr>
            <p:ph type="title"/>
          </p:nvPr>
        </p:nvSpPr>
        <p:spPr>
          <a:xfrm>
            <a:off x="923883" y="402120"/>
            <a:ext cx="11596089" cy="146088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lnSpc>
                <a:spcPct val="100000"/>
              </a:lnSpc>
              <a:defRPr sz="1800" spc="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Titeltext</a:t>
            </a:r>
          </a:p>
        </p:txBody>
      </p:sp>
      <p:sp>
        <p:nvSpPr>
          <p:cNvPr id="173" name="Textebene 1…"/>
          <p:cNvSpPr txBox="1">
            <a:spLocks noGrp="1"/>
          </p:cNvSpPr>
          <p:nvPr>
            <p:ph type="body" sz="half" idx="1"/>
          </p:nvPr>
        </p:nvSpPr>
        <p:spPr>
          <a:xfrm>
            <a:off x="923883" y="2012401"/>
            <a:ext cx="5658550" cy="479628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174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Rechteck 7"/>
          <p:cNvSpPr/>
          <p:nvPr/>
        </p:nvSpPr>
        <p:spPr>
          <a:xfrm>
            <a:off x="0" y="5259600"/>
            <a:ext cx="13444816" cy="2299681"/>
          </a:xfrm>
          <a:prstGeom prst="rect">
            <a:avLst/>
          </a:prstGeom>
          <a:gradFill>
            <a:gsLst>
              <a:gs pos="0">
                <a:srgbClr val="FFDB89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</p:spPr>
        <p:txBody>
          <a:bodyPr lIns="0" tIns="0" rIns="0" bIns="0"/>
          <a:lstStyle/>
          <a:p>
            <a:endParaRPr sz="1800"/>
          </a:p>
        </p:txBody>
      </p:sp>
      <p:pic>
        <p:nvPicPr>
          <p:cNvPr id="182" name="Grafik 9" descr="Grafik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3595" y="256680"/>
            <a:ext cx="4127707" cy="1568521"/>
          </a:xfrm>
          <a:prstGeom prst="rect">
            <a:avLst/>
          </a:prstGeom>
          <a:ln w="12700">
            <a:miter lim="400000"/>
          </a:ln>
        </p:spPr>
      </p:pic>
      <p:sp>
        <p:nvSpPr>
          <p:cNvPr id="183" name="Titeltext"/>
          <p:cNvSpPr txBox="1">
            <a:spLocks noGrp="1"/>
          </p:cNvSpPr>
          <p:nvPr>
            <p:ph type="title"/>
          </p:nvPr>
        </p:nvSpPr>
        <p:spPr>
          <a:xfrm>
            <a:off x="923883" y="402120"/>
            <a:ext cx="11596089" cy="146088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lnSpc>
                <a:spcPct val="100000"/>
              </a:lnSpc>
              <a:defRPr sz="1800" spc="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Titeltext</a:t>
            </a:r>
          </a:p>
        </p:txBody>
      </p:sp>
      <p:sp>
        <p:nvSpPr>
          <p:cNvPr id="184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Rechteck 7"/>
          <p:cNvSpPr/>
          <p:nvPr/>
        </p:nvSpPr>
        <p:spPr>
          <a:xfrm>
            <a:off x="0" y="5259600"/>
            <a:ext cx="13444816" cy="2299681"/>
          </a:xfrm>
          <a:prstGeom prst="rect">
            <a:avLst/>
          </a:prstGeom>
          <a:gradFill>
            <a:gsLst>
              <a:gs pos="0">
                <a:srgbClr val="FFDB89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</p:spPr>
        <p:txBody>
          <a:bodyPr lIns="0" tIns="0" rIns="0" bIns="0"/>
          <a:lstStyle/>
          <a:p>
            <a:endParaRPr sz="1800"/>
          </a:p>
        </p:txBody>
      </p:sp>
      <p:pic>
        <p:nvPicPr>
          <p:cNvPr id="192" name="Grafik 9" descr="Grafik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3595" y="256680"/>
            <a:ext cx="4127707" cy="1568521"/>
          </a:xfrm>
          <a:prstGeom prst="rect">
            <a:avLst/>
          </a:prstGeom>
          <a:ln w="12700">
            <a:miter lim="400000"/>
          </a:ln>
        </p:spPr>
      </p:pic>
      <p:sp>
        <p:nvSpPr>
          <p:cNvPr id="193" name="Textebene 1…"/>
          <p:cNvSpPr txBox="1">
            <a:spLocks noGrp="1"/>
          </p:cNvSpPr>
          <p:nvPr>
            <p:ph type="body" idx="1"/>
          </p:nvPr>
        </p:nvSpPr>
        <p:spPr>
          <a:xfrm>
            <a:off x="923883" y="402120"/>
            <a:ext cx="11596089" cy="6773041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194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Rechteck 7"/>
          <p:cNvSpPr/>
          <p:nvPr/>
        </p:nvSpPr>
        <p:spPr>
          <a:xfrm>
            <a:off x="0" y="5259600"/>
            <a:ext cx="13444816" cy="2299681"/>
          </a:xfrm>
          <a:prstGeom prst="rect">
            <a:avLst/>
          </a:prstGeom>
          <a:gradFill>
            <a:gsLst>
              <a:gs pos="0">
                <a:srgbClr val="FFDB89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</p:spPr>
        <p:txBody>
          <a:bodyPr lIns="0" tIns="0" rIns="0" bIns="0"/>
          <a:lstStyle/>
          <a:p>
            <a:endParaRPr sz="1800"/>
          </a:p>
        </p:txBody>
      </p:sp>
      <p:pic>
        <p:nvPicPr>
          <p:cNvPr id="202" name="Grafik 9" descr="Grafik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3595" y="256680"/>
            <a:ext cx="4127707" cy="1568521"/>
          </a:xfrm>
          <a:prstGeom prst="rect">
            <a:avLst/>
          </a:prstGeom>
          <a:ln w="12700">
            <a:miter lim="400000"/>
          </a:ln>
        </p:spPr>
      </p:pic>
      <p:sp>
        <p:nvSpPr>
          <p:cNvPr id="203" name="Titeltext"/>
          <p:cNvSpPr txBox="1">
            <a:spLocks noGrp="1"/>
          </p:cNvSpPr>
          <p:nvPr>
            <p:ph type="title"/>
          </p:nvPr>
        </p:nvSpPr>
        <p:spPr>
          <a:xfrm>
            <a:off x="923883" y="402120"/>
            <a:ext cx="11596089" cy="146088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lnSpc>
                <a:spcPct val="100000"/>
              </a:lnSpc>
              <a:defRPr sz="1800" spc="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Titeltext</a:t>
            </a:r>
          </a:p>
        </p:txBody>
      </p:sp>
      <p:sp>
        <p:nvSpPr>
          <p:cNvPr id="204" name="Textebene 1…"/>
          <p:cNvSpPr txBox="1">
            <a:spLocks noGrp="1"/>
          </p:cNvSpPr>
          <p:nvPr>
            <p:ph type="body" sz="quarter" idx="1"/>
          </p:nvPr>
        </p:nvSpPr>
        <p:spPr>
          <a:xfrm>
            <a:off x="923883" y="2012401"/>
            <a:ext cx="5658550" cy="228780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205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Rechteck 7"/>
          <p:cNvSpPr/>
          <p:nvPr/>
        </p:nvSpPr>
        <p:spPr>
          <a:xfrm>
            <a:off x="0" y="5259600"/>
            <a:ext cx="13444816" cy="2299681"/>
          </a:xfrm>
          <a:prstGeom prst="rect">
            <a:avLst/>
          </a:prstGeom>
          <a:gradFill>
            <a:gsLst>
              <a:gs pos="0">
                <a:srgbClr val="FFDB89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</p:spPr>
        <p:txBody>
          <a:bodyPr lIns="0" tIns="0" rIns="0" bIns="0"/>
          <a:lstStyle/>
          <a:p>
            <a:endParaRPr sz="1800"/>
          </a:p>
        </p:txBody>
      </p:sp>
      <p:pic>
        <p:nvPicPr>
          <p:cNvPr id="213" name="Grafik 9" descr="Grafik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3595" y="256680"/>
            <a:ext cx="4127707" cy="1568521"/>
          </a:xfrm>
          <a:prstGeom prst="rect">
            <a:avLst/>
          </a:prstGeom>
          <a:ln w="12700">
            <a:miter lim="400000"/>
          </a:ln>
        </p:spPr>
      </p:pic>
      <p:sp>
        <p:nvSpPr>
          <p:cNvPr id="214" name="Titeltext"/>
          <p:cNvSpPr txBox="1">
            <a:spLocks noGrp="1"/>
          </p:cNvSpPr>
          <p:nvPr>
            <p:ph type="title"/>
          </p:nvPr>
        </p:nvSpPr>
        <p:spPr>
          <a:xfrm>
            <a:off x="923883" y="402120"/>
            <a:ext cx="11596089" cy="146088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lnSpc>
                <a:spcPct val="100000"/>
              </a:lnSpc>
              <a:defRPr sz="1800" spc="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Titeltext</a:t>
            </a:r>
          </a:p>
        </p:txBody>
      </p:sp>
      <p:sp>
        <p:nvSpPr>
          <p:cNvPr id="215" name="Textebene 1…"/>
          <p:cNvSpPr txBox="1">
            <a:spLocks noGrp="1"/>
          </p:cNvSpPr>
          <p:nvPr>
            <p:ph type="body" sz="half" idx="1"/>
          </p:nvPr>
        </p:nvSpPr>
        <p:spPr>
          <a:xfrm>
            <a:off x="923883" y="2012401"/>
            <a:ext cx="5658550" cy="479628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216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Rechteck 7"/>
          <p:cNvSpPr/>
          <p:nvPr/>
        </p:nvSpPr>
        <p:spPr>
          <a:xfrm>
            <a:off x="0" y="5259600"/>
            <a:ext cx="13444816" cy="2299681"/>
          </a:xfrm>
          <a:prstGeom prst="rect">
            <a:avLst/>
          </a:prstGeom>
          <a:gradFill>
            <a:gsLst>
              <a:gs pos="0">
                <a:srgbClr val="FFDB89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</p:spPr>
        <p:txBody>
          <a:bodyPr lIns="0" tIns="0" rIns="0" bIns="0"/>
          <a:lstStyle/>
          <a:p>
            <a:endParaRPr sz="1800"/>
          </a:p>
        </p:txBody>
      </p:sp>
      <p:pic>
        <p:nvPicPr>
          <p:cNvPr id="224" name="Grafik 9" descr="Grafik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3595" y="256680"/>
            <a:ext cx="4127707" cy="1568521"/>
          </a:xfrm>
          <a:prstGeom prst="rect">
            <a:avLst/>
          </a:prstGeom>
          <a:ln w="12700">
            <a:miter lim="400000"/>
          </a:ln>
        </p:spPr>
      </p:pic>
      <p:sp>
        <p:nvSpPr>
          <p:cNvPr id="225" name="Titeltext"/>
          <p:cNvSpPr txBox="1">
            <a:spLocks noGrp="1"/>
          </p:cNvSpPr>
          <p:nvPr>
            <p:ph type="title"/>
          </p:nvPr>
        </p:nvSpPr>
        <p:spPr>
          <a:xfrm>
            <a:off x="923883" y="402120"/>
            <a:ext cx="11596089" cy="146088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lnSpc>
                <a:spcPct val="100000"/>
              </a:lnSpc>
              <a:defRPr sz="1800" spc="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Titeltext</a:t>
            </a:r>
          </a:p>
        </p:txBody>
      </p:sp>
      <p:sp>
        <p:nvSpPr>
          <p:cNvPr id="226" name="Textebene 1…"/>
          <p:cNvSpPr txBox="1">
            <a:spLocks noGrp="1"/>
          </p:cNvSpPr>
          <p:nvPr>
            <p:ph type="body" sz="quarter" idx="1"/>
          </p:nvPr>
        </p:nvSpPr>
        <p:spPr>
          <a:xfrm>
            <a:off x="923883" y="2012401"/>
            <a:ext cx="5658550" cy="228780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227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Rechteck 7"/>
          <p:cNvSpPr/>
          <p:nvPr/>
        </p:nvSpPr>
        <p:spPr>
          <a:xfrm>
            <a:off x="0" y="5259600"/>
            <a:ext cx="13444816" cy="2299681"/>
          </a:xfrm>
          <a:prstGeom prst="rect">
            <a:avLst/>
          </a:prstGeom>
          <a:gradFill>
            <a:gsLst>
              <a:gs pos="0">
                <a:srgbClr val="FFDB89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</p:spPr>
        <p:txBody>
          <a:bodyPr lIns="0" tIns="0" rIns="0" bIns="0"/>
          <a:lstStyle/>
          <a:p>
            <a:endParaRPr sz="1800"/>
          </a:p>
        </p:txBody>
      </p:sp>
      <p:pic>
        <p:nvPicPr>
          <p:cNvPr id="235" name="Grafik 9" descr="Grafik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3595" y="256680"/>
            <a:ext cx="4127707" cy="1568521"/>
          </a:xfrm>
          <a:prstGeom prst="rect">
            <a:avLst/>
          </a:prstGeom>
          <a:ln w="12700">
            <a:miter lim="400000"/>
          </a:ln>
        </p:spPr>
      </p:pic>
      <p:sp>
        <p:nvSpPr>
          <p:cNvPr id="236" name="Titeltext"/>
          <p:cNvSpPr txBox="1">
            <a:spLocks noGrp="1"/>
          </p:cNvSpPr>
          <p:nvPr>
            <p:ph type="title"/>
          </p:nvPr>
        </p:nvSpPr>
        <p:spPr>
          <a:xfrm>
            <a:off x="923883" y="402120"/>
            <a:ext cx="11596089" cy="146088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lnSpc>
                <a:spcPct val="100000"/>
              </a:lnSpc>
              <a:defRPr sz="1800" spc="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Titeltext</a:t>
            </a:r>
          </a:p>
        </p:txBody>
      </p:sp>
      <p:sp>
        <p:nvSpPr>
          <p:cNvPr id="237" name="Textebene 1…"/>
          <p:cNvSpPr txBox="1">
            <a:spLocks noGrp="1"/>
          </p:cNvSpPr>
          <p:nvPr>
            <p:ph type="body" sz="half" idx="1"/>
          </p:nvPr>
        </p:nvSpPr>
        <p:spPr>
          <a:xfrm>
            <a:off x="923883" y="2012401"/>
            <a:ext cx="11596089" cy="228780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238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Rechteck 7"/>
          <p:cNvSpPr/>
          <p:nvPr/>
        </p:nvSpPr>
        <p:spPr>
          <a:xfrm>
            <a:off x="0" y="5259600"/>
            <a:ext cx="13444816" cy="2299681"/>
          </a:xfrm>
          <a:prstGeom prst="rect">
            <a:avLst/>
          </a:prstGeom>
          <a:gradFill>
            <a:gsLst>
              <a:gs pos="0">
                <a:srgbClr val="FFDB89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</p:spPr>
        <p:txBody>
          <a:bodyPr lIns="0" tIns="0" rIns="0" bIns="0"/>
          <a:lstStyle/>
          <a:p>
            <a:endParaRPr sz="1800"/>
          </a:p>
        </p:txBody>
      </p:sp>
      <p:pic>
        <p:nvPicPr>
          <p:cNvPr id="246" name="Grafik 9" descr="Grafik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3595" y="256680"/>
            <a:ext cx="4127707" cy="1568521"/>
          </a:xfrm>
          <a:prstGeom prst="rect">
            <a:avLst/>
          </a:prstGeom>
          <a:ln w="12700">
            <a:miter lim="400000"/>
          </a:ln>
        </p:spPr>
      </p:pic>
      <p:sp>
        <p:nvSpPr>
          <p:cNvPr id="247" name="Titeltext"/>
          <p:cNvSpPr txBox="1">
            <a:spLocks noGrp="1"/>
          </p:cNvSpPr>
          <p:nvPr>
            <p:ph type="title"/>
          </p:nvPr>
        </p:nvSpPr>
        <p:spPr>
          <a:xfrm>
            <a:off x="923883" y="402120"/>
            <a:ext cx="11596089" cy="146088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lnSpc>
                <a:spcPct val="100000"/>
              </a:lnSpc>
              <a:defRPr sz="1800" spc="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Titeltext</a:t>
            </a:r>
          </a:p>
        </p:txBody>
      </p:sp>
      <p:sp>
        <p:nvSpPr>
          <p:cNvPr id="248" name="Textebene 1…"/>
          <p:cNvSpPr txBox="1">
            <a:spLocks noGrp="1"/>
          </p:cNvSpPr>
          <p:nvPr>
            <p:ph type="body" sz="quarter" idx="1"/>
          </p:nvPr>
        </p:nvSpPr>
        <p:spPr>
          <a:xfrm>
            <a:off x="923883" y="2012401"/>
            <a:ext cx="5658550" cy="228780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249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Rechteck 7"/>
          <p:cNvSpPr/>
          <p:nvPr/>
        </p:nvSpPr>
        <p:spPr>
          <a:xfrm>
            <a:off x="0" y="5259600"/>
            <a:ext cx="13444816" cy="2299681"/>
          </a:xfrm>
          <a:prstGeom prst="rect">
            <a:avLst/>
          </a:prstGeom>
          <a:gradFill>
            <a:gsLst>
              <a:gs pos="0">
                <a:srgbClr val="FFDB89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</p:spPr>
        <p:txBody>
          <a:bodyPr lIns="0" tIns="0" rIns="0" bIns="0"/>
          <a:lstStyle/>
          <a:p>
            <a:endParaRPr sz="1800"/>
          </a:p>
        </p:txBody>
      </p:sp>
      <p:pic>
        <p:nvPicPr>
          <p:cNvPr id="257" name="Grafik 9" descr="Grafik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3595" y="256680"/>
            <a:ext cx="4127707" cy="1568521"/>
          </a:xfrm>
          <a:prstGeom prst="rect">
            <a:avLst/>
          </a:prstGeom>
          <a:ln w="12700">
            <a:miter lim="400000"/>
          </a:ln>
        </p:spPr>
      </p:pic>
      <p:sp>
        <p:nvSpPr>
          <p:cNvPr id="258" name="Titeltext"/>
          <p:cNvSpPr txBox="1">
            <a:spLocks noGrp="1"/>
          </p:cNvSpPr>
          <p:nvPr>
            <p:ph type="title"/>
          </p:nvPr>
        </p:nvSpPr>
        <p:spPr>
          <a:xfrm>
            <a:off x="923883" y="402120"/>
            <a:ext cx="11596089" cy="146088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lnSpc>
                <a:spcPct val="100000"/>
              </a:lnSpc>
              <a:defRPr sz="1800" spc="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Titeltext</a:t>
            </a:r>
          </a:p>
        </p:txBody>
      </p:sp>
      <p:sp>
        <p:nvSpPr>
          <p:cNvPr id="259" name="Textebene 1…"/>
          <p:cNvSpPr txBox="1">
            <a:spLocks noGrp="1"/>
          </p:cNvSpPr>
          <p:nvPr>
            <p:ph type="body" sz="quarter" idx="1"/>
          </p:nvPr>
        </p:nvSpPr>
        <p:spPr>
          <a:xfrm>
            <a:off x="923883" y="2012401"/>
            <a:ext cx="3733473" cy="228780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 spc="0"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260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7"/>
          <p:cNvSpPr/>
          <p:nvPr/>
        </p:nvSpPr>
        <p:spPr>
          <a:xfrm>
            <a:off x="0" y="5259600"/>
            <a:ext cx="13444816" cy="2299681"/>
          </a:xfrm>
          <a:prstGeom prst="rect">
            <a:avLst/>
          </a:prstGeom>
          <a:gradFill>
            <a:gsLst>
              <a:gs pos="0">
                <a:srgbClr val="FFDB89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</p:spPr>
        <p:txBody>
          <a:bodyPr lIns="0" tIns="0" rIns="0" bIns="0"/>
          <a:lstStyle/>
          <a:p>
            <a:endParaRPr sz="1800"/>
          </a:p>
        </p:txBody>
      </p:sp>
      <p:pic>
        <p:nvPicPr>
          <p:cNvPr id="3" name="Grafik 9" descr="Grafik 9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966960" y="257040"/>
            <a:ext cx="3284342" cy="1568520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iteltext"/>
          <p:cNvSpPr txBox="1">
            <a:spLocks noGrp="1"/>
          </p:cNvSpPr>
          <p:nvPr>
            <p:ph type="title"/>
          </p:nvPr>
        </p:nvSpPr>
        <p:spPr>
          <a:xfrm>
            <a:off x="671672" y="101453"/>
            <a:ext cx="12090084" cy="16617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r>
              <a:t>Titeltext</a:t>
            </a:r>
          </a:p>
        </p:txBody>
      </p:sp>
      <p:sp>
        <p:nvSpPr>
          <p:cNvPr id="5" name="Textebene 1…"/>
          <p:cNvSpPr txBox="1">
            <a:spLocks noGrp="1"/>
          </p:cNvSpPr>
          <p:nvPr>
            <p:ph type="body" idx="1"/>
          </p:nvPr>
        </p:nvSpPr>
        <p:spPr>
          <a:xfrm>
            <a:off x="671672" y="1763184"/>
            <a:ext cx="12090084" cy="57933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/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6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12131726" y="7069601"/>
            <a:ext cx="388246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 spc="-1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‹Nr.›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-1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-1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-1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-1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-1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-1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-1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-1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-1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ct val="100000"/>
        <a:buFont typeface="Arial"/>
        <a:buChar char="•"/>
        <a:tabLst/>
        <a:defRPr sz="2800" b="0" i="0" u="none" strike="noStrike" cap="none" spc="-1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ct val="100000"/>
        <a:buFont typeface="Arial"/>
        <a:buChar char=""/>
        <a:tabLst/>
        <a:defRPr sz="2800" b="0" i="0" u="none" strike="noStrike" cap="none" spc="-1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ct val="100000"/>
        <a:buFont typeface="Arial"/>
        <a:buChar char=""/>
        <a:tabLst/>
        <a:defRPr sz="2800" b="0" i="0" u="none" strike="noStrike" cap="none" spc="-1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ct val="100000"/>
        <a:buFont typeface="Arial"/>
        <a:buChar char=""/>
        <a:tabLst/>
        <a:defRPr sz="2800" b="0" i="0" u="none" strike="noStrike" cap="none" spc="-1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ct val="100000"/>
        <a:buFont typeface="Arial"/>
        <a:buChar char=""/>
        <a:tabLst/>
        <a:defRPr sz="2800" b="0" i="0" u="none" strike="noStrike" cap="none" spc="-1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Tx/>
        <a:buFont typeface="Arial"/>
        <a:buNone/>
        <a:tabLst/>
        <a:defRPr sz="2800" b="0" i="0" u="none" strike="noStrike" cap="none" spc="-1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Tx/>
        <a:buFont typeface="Arial"/>
        <a:buNone/>
        <a:tabLst/>
        <a:defRPr sz="2800" b="0" i="0" u="none" strike="noStrike" cap="none" spc="-1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Tx/>
        <a:buFont typeface="Arial"/>
        <a:buNone/>
        <a:tabLst/>
        <a:defRPr sz="2800" b="0" i="0" u="none" strike="noStrike" cap="none" spc="-1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Tx/>
        <a:buFont typeface="Arial"/>
        <a:buNone/>
        <a:tabLst/>
        <a:defRPr sz="2800" b="0" i="0" u="none" strike="noStrike" cap="none" spc="-1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1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1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1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1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1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1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1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1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1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3BA665-21EE-2117-F3F8-0F576D4E9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883" y="402120"/>
            <a:ext cx="8382349" cy="1460881"/>
          </a:xfrm>
        </p:spPr>
        <p:txBody>
          <a:bodyPr/>
          <a:lstStyle/>
          <a:p>
            <a:endParaRPr lang="de-DE" b="1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E36927C-7EF2-7BC2-A9E9-E33A76AAA2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98841786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800000"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DiakonieKorkBasis " id="{99881443-9DC6-E940-A48E-DB42E8DCA9F4}" vid="{FB20343B-3615-9A48-AA54-5D9F7E87AF06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800000"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Macintosh PowerPoint</Application>
  <PresentationFormat>Benutzerdefiniert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Helvetica Neue</vt:lpstr>
      <vt:lpstr>Office Theme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Frank Stefan</cp:lastModifiedBy>
  <cp:revision>9</cp:revision>
  <dcterms:modified xsi:type="dcterms:W3CDTF">2026-08-19T12:17:27Z</dcterms:modified>
</cp:coreProperties>
</file>