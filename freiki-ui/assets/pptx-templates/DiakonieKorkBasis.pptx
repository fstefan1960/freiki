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3433425" cy="7556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0153"/>
    <p:restoredTop sz="94681"/>
  </p:normalViewPr>
  <p:slideViewPr>
    <p:cSldViewPr snapToGrid="0">
      <p:cViewPr varScale="1">
        <p:scale>
          <a:sx n="112" d="100"/>
          <a:sy n="112" d="100"/>
        </p:scale>
        <p:origin x="72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407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Shape 26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67" name="Shape 26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hteck 7"/>
          <p:cNvSpPr/>
          <p:nvPr/>
        </p:nvSpPr>
        <p:spPr>
          <a:xfrm>
            <a:off x="0" y="5259600"/>
            <a:ext cx="13444816" cy="2299681"/>
          </a:xfrm>
          <a:prstGeom prst="rect">
            <a:avLst/>
          </a:prstGeom>
          <a:gradFill>
            <a:gsLst>
              <a:gs pos="0">
                <a:srgbClr val="FFDB89"/>
              </a:gs>
              <a:gs pos="100000">
                <a:srgbClr val="FFFFFF"/>
              </a:gs>
            </a:gsLst>
            <a:lin ang="16200000"/>
          </a:gradFill>
          <a:ln w="12700">
            <a:miter lim="400000"/>
          </a:ln>
        </p:spPr>
        <p:txBody>
          <a:bodyPr lIns="0" tIns="0" rIns="0" bIns="0"/>
          <a:lstStyle/>
          <a:p>
            <a:endParaRPr sz="1800"/>
          </a:p>
        </p:txBody>
      </p:sp>
      <p:pic>
        <p:nvPicPr>
          <p:cNvPr id="21" name="Grafik 9" descr="Grafik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257040"/>
            <a:ext cx="3238622" cy="156852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Titeltext"/>
          <p:cNvSpPr txBox="1">
            <a:spLocks noGrp="1"/>
          </p:cNvSpPr>
          <p:nvPr>
            <p:ph type="title" hasCustomPrompt="1"/>
          </p:nvPr>
        </p:nvSpPr>
        <p:spPr>
          <a:xfrm>
            <a:off x="923883" y="402120"/>
            <a:ext cx="11596089" cy="146088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b="1"/>
            </a:lvl1pPr>
          </a:lstStyle>
          <a:p>
            <a:r>
              <a:rPr dirty="0" err="1"/>
              <a:t>Titeltext</a:t>
            </a:r>
            <a:endParaRPr dirty="0"/>
          </a:p>
        </p:txBody>
      </p:sp>
      <p:sp>
        <p:nvSpPr>
          <p:cNvPr id="23" name="Textebene 1…"/>
          <p:cNvSpPr txBox="1">
            <a:spLocks noGrp="1"/>
          </p:cNvSpPr>
          <p:nvPr>
            <p:ph type="body" idx="1"/>
          </p:nvPr>
        </p:nvSpPr>
        <p:spPr>
          <a:xfrm>
            <a:off x="923883" y="2296900"/>
            <a:ext cx="11596089" cy="451178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dirty="0"/>
          </a:p>
        </p:txBody>
      </p:sp>
      <p:sp>
        <p:nvSpPr>
          <p:cNvPr id="24" name="Folien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hteck 7"/>
          <p:cNvSpPr/>
          <p:nvPr/>
        </p:nvSpPr>
        <p:spPr>
          <a:xfrm>
            <a:off x="0" y="5259600"/>
            <a:ext cx="13444816" cy="2299681"/>
          </a:xfrm>
          <a:prstGeom prst="rect">
            <a:avLst/>
          </a:prstGeom>
          <a:gradFill>
            <a:gsLst>
              <a:gs pos="0">
                <a:srgbClr val="FFDB89"/>
              </a:gs>
              <a:gs pos="100000">
                <a:srgbClr val="FFFFFF"/>
              </a:gs>
            </a:gsLst>
            <a:lin ang="16200000"/>
          </a:gradFill>
          <a:ln w="12700">
            <a:miter lim="400000"/>
          </a:ln>
        </p:spPr>
        <p:txBody>
          <a:bodyPr lIns="0" tIns="0" rIns="0" bIns="0"/>
          <a:lstStyle/>
          <a:p>
            <a:endParaRPr sz="1800"/>
          </a:p>
        </p:txBody>
      </p:sp>
      <p:pic>
        <p:nvPicPr>
          <p:cNvPr id="43" name="Grafik 9" descr="Grafik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257040"/>
            <a:ext cx="3238622" cy="1568520"/>
          </a:xfrm>
          <a:prstGeom prst="rect">
            <a:avLst/>
          </a:prstGeom>
          <a:ln w="12700">
            <a:miter lim="400000"/>
          </a:ln>
        </p:spPr>
      </p:pic>
      <p:sp>
        <p:nvSpPr>
          <p:cNvPr id="44" name="Titeltext"/>
          <p:cNvSpPr txBox="1">
            <a:spLocks noGrp="1"/>
          </p:cNvSpPr>
          <p:nvPr>
            <p:ph type="title"/>
          </p:nvPr>
        </p:nvSpPr>
        <p:spPr>
          <a:xfrm>
            <a:off x="923883" y="402120"/>
            <a:ext cx="11596089" cy="1460881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r>
              <a:rPr lang="de-DE"/>
              <a:t>Mastertitelformat bearbeiten</a:t>
            </a:r>
            <a:endParaRPr/>
          </a:p>
        </p:txBody>
      </p:sp>
      <p:sp>
        <p:nvSpPr>
          <p:cNvPr id="45" name="Textebene 1…"/>
          <p:cNvSpPr txBox="1">
            <a:spLocks noGrp="1"/>
          </p:cNvSpPr>
          <p:nvPr>
            <p:ph type="body" sz="half" idx="1"/>
          </p:nvPr>
        </p:nvSpPr>
        <p:spPr>
          <a:xfrm>
            <a:off x="923883" y="2296900"/>
            <a:ext cx="5658550" cy="4511782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/>
          </a:p>
        </p:txBody>
      </p:sp>
      <p:sp>
        <p:nvSpPr>
          <p:cNvPr id="46" name="Folien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hteck 7"/>
          <p:cNvSpPr/>
          <p:nvPr/>
        </p:nvSpPr>
        <p:spPr>
          <a:xfrm>
            <a:off x="0" y="5259600"/>
            <a:ext cx="13444816" cy="2299681"/>
          </a:xfrm>
          <a:prstGeom prst="rect">
            <a:avLst/>
          </a:prstGeom>
          <a:gradFill>
            <a:gsLst>
              <a:gs pos="0">
                <a:srgbClr val="FFDB89"/>
              </a:gs>
              <a:gs pos="100000">
                <a:srgbClr val="FFFFFF"/>
              </a:gs>
            </a:gsLst>
            <a:lin ang="16200000"/>
          </a:gradFill>
          <a:ln w="12700">
            <a:miter lim="400000"/>
          </a:ln>
        </p:spPr>
        <p:txBody>
          <a:bodyPr lIns="0" tIns="0" rIns="0" bIns="0"/>
          <a:lstStyle/>
          <a:p>
            <a:endParaRPr sz="1800"/>
          </a:p>
        </p:txBody>
      </p:sp>
      <p:pic>
        <p:nvPicPr>
          <p:cNvPr id="54" name="Grafik 9" descr="Grafik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257040"/>
            <a:ext cx="3238622" cy="1568520"/>
          </a:xfrm>
          <a:prstGeom prst="rect">
            <a:avLst/>
          </a:prstGeom>
          <a:ln w="12700">
            <a:miter lim="400000"/>
          </a:ln>
        </p:spPr>
      </p:pic>
      <p:sp>
        <p:nvSpPr>
          <p:cNvPr id="55" name="Titeltext"/>
          <p:cNvSpPr txBox="1">
            <a:spLocks noGrp="1"/>
          </p:cNvSpPr>
          <p:nvPr>
            <p:ph type="title"/>
          </p:nvPr>
        </p:nvSpPr>
        <p:spPr>
          <a:xfrm>
            <a:off x="923883" y="402120"/>
            <a:ext cx="11596089" cy="1460881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r>
              <a:rPr lang="de-DE"/>
              <a:t>Mastertitelformat bearbeiten</a:t>
            </a:r>
            <a:endParaRPr/>
          </a:p>
        </p:txBody>
      </p:sp>
      <p:sp>
        <p:nvSpPr>
          <p:cNvPr id="56" name="Folien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hteck 7"/>
          <p:cNvSpPr/>
          <p:nvPr/>
        </p:nvSpPr>
        <p:spPr>
          <a:xfrm>
            <a:off x="0" y="5259600"/>
            <a:ext cx="13444816" cy="2299681"/>
          </a:xfrm>
          <a:prstGeom prst="rect">
            <a:avLst/>
          </a:prstGeom>
          <a:gradFill>
            <a:gsLst>
              <a:gs pos="0">
                <a:srgbClr val="FFDB89"/>
              </a:gs>
              <a:gs pos="100000">
                <a:srgbClr val="FFFFFF"/>
              </a:gs>
            </a:gsLst>
            <a:lin ang="16200000"/>
          </a:gradFill>
          <a:ln w="12700">
            <a:miter lim="400000"/>
          </a:ln>
        </p:spPr>
        <p:txBody>
          <a:bodyPr lIns="0" tIns="0" rIns="0" bIns="0"/>
          <a:lstStyle/>
          <a:p>
            <a:endParaRPr sz="1800"/>
          </a:p>
        </p:txBody>
      </p:sp>
      <p:pic>
        <p:nvPicPr>
          <p:cNvPr id="64" name="Grafik 9" descr="Grafik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257040"/>
            <a:ext cx="3238622" cy="1568520"/>
          </a:xfrm>
          <a:prstGeom prst="rect">
            <a:avLst/>
          </a:prstGeom>
          <a:ln w="12700">
            <a:miter lim="400000"/>
          </a:ln>
        </p:spPr>
      </p:pic>
      <p:sp>
        <p:nvSpPr>
          <p:cNvPr id="65" name="Textebene 1…"/>
          <p:cNvSpPr txBox="1">
            <a:spLocks noGrp="1"/>
          </p:cNvSpPr>
          <p:nvPr>
            <p:ph type="body" idx="1"/>
          </p:nvPr>
        </p:nvSpPr>
        <p:spPr>
          <a:xfrm>
            <a:off x="923883" y="402120"/>
            <a:ext cx="11596089" cy="6773041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/>
          </a:p>
        </p:txBody>
      </p:sp>
      <p:sp>
        <p:nvSpPr>
          <p:cNvPr id="66" name="Folien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el, zwei Inhalte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hteck 7"/>
          <p:cNvSpPr/>
          <p:nvPr/>
        </p:nvSpPr>
        <p:spPr>
          <a:xfrm>
            <a:off x="0" y="5259600"/>
            <a:ext cx="13444816" cy="2299681"/>
          </a:xfrm>
          <a:prstGeom prst="rect">
            <a:avLst/>
          </a:prstGeom>
          <a:gradFill>
            <a:gsLst>
              <a:gs pos="0">
                <a:srgbClr val="FFDB89"/>
              </a:gs>
              <a:gs pos="100000">
                <a:srgbClr val="FFFFFF"/>
              </a:gs>
            </a:gsLst>
            <a:lin ang="16200000"/>
          </a:gradFill>
          <a:ln w="12700">
            <a:miter lim="400000"/>
          </a:ln>
        </p:spPr>
        <p:txBody>
          <a:bodyPr lIns="0" tIns="0" rIns="0" bIns="0"/>
          <a:lstStyle/>
          <a:p>
            <a:endParaRPr sz="1800"/>
          </a:p>
        </p:txBody>
      </p:sp>
      <p:pic>
        <p:nvPicPr>
          <p:cNvPr id="74" name="Grafik 9" descr="Grafik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257040"/>
            <a:ext cx="3238622" cy="1568520"/>
          </a:xfrm>
          <a:prstGeom prst="rect">
            <a:avLst/>
          </a:prstGeom>
          <a:ln w="12700">
            <a:miter lim="400000"/>
          </a:ln>
        </p:spPr>
      </p:pic>
      <p:sp>
        <p:nvSpPr>
          <p:cNvPr id="75" name="Titeltext"/>
          <p:cNvSpPr txBox="1">
            <a:spLocks noGrp="1"/>
          </p:cNvSpPr>
          <p:nvPr>
            <p:ph type="title"/>
          </p:nvPr>
        </p:nvSpPr>
        <p:spPr>
          <a:xfrm>
            <a:off x="923883" y="402120"/>
            <a:ext cx="11596089" cy="1460881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r>
              <a:rPr lang="de-DE"/>
              <a:t>Mastertitelformat bearbeiten</a:t>
            </a:r>
            <a:endParaRPr/>
          </a:p>
        </p:txBody>
      </p:sp>
      <p:sp>
        <p:nvSpPr>
          <p:cNvPr id="76" name="Textebene 1…"/>
          <p:cNvSpPr txBox="1">
            <a:spLocks noGrp="1"/>
          </p:cNvSpPr>
          <p:nvPr>
            <p:ph type="body" sz="quarter" idx="1"/>
          </p:nvPr>
        </p:nvSpPr>
        <p:spPr>
          <a:xfrm>
            <a:off x="6861422" y="2216890"/>
            <a:ext cx="5658550" cy="44468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dirty="0"/>
          </a:p>
        </p:txBody>
      </p:sp>
      <p:sp>
        <p:nvSpPr>
          <p:cNvPr id="77" name="Folien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hteck 7"/>
          <p:cNvSpPr/>
          <p:nvPr/>
        </p:nvSpPr>
        <p:spPr>
          <a:xfrm>
            <a:off x="0" y="5259600"/>
            <a:ext cx="13444816" cy="2299681"/>
          </a:xfrm>
          <a:prstGeom prst="rect">
            <a:avLst/>
          </a:prstGeom>
          <a:gradFill>
            <a:gsLst>
              <a:gs pos="0">
                <a:srgbClr val="FFDB89"/>
              </a:gs>
              <a:gs pos="100000">
                <a:srgbClr val="FFFFFF"/>
              </a:gs>
            </a:gsLst>
            <a:lin ang="16200000"/>
          </a:gradFill>
          <a:ln w="12700">
            <a:miter lim="400000"/>
          </a:ln>
        </p:spPr>
        <p:txBody>
          <a:bodyPr lIns="0" tIns="0" rIns="0" bIns="0"/>
          <a:lstStyle/>
          <a:p>
            <a:endParaRPr sz="1800"/>
          </a:p>
        </p:txBody>
      </p:sp>
      <p:pic>
        <p:nvPicPr>
          <p:cNvPr id="85" name="Grafik 9" descr="Grafik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250" y="257040"/>
            <a:ext cx="3250052" cy="1568520"/>
          </a:xfrm>
          <a:prstGeom prst="rect">
            <a:avLst/>
          </a:prstGeom>
          <a:ln w="12700">
            <a:miter lim="400000"/>
          </a:ln>
        </p:spPr>
      </p:pic>
      <p:sp>
        <p:nvSpPr>
          <p:cNvPr id="86" name="Titeltext"/>
          <p:cNvSpPr txBox="1">
            <a:spLocks noGrp="1"/>
          </p:cNvSpPr>
          <p:nvPr>
            <p:ph type="title"/>
          </p:nvPr>
        </p:nvSpPr>
        <p:spPr>
          <a:xfrm>
            <a:off x="923883" y="402120"/>
            <a:ext cx="11596089" cy="1460881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r>
              <a:rPr lang="de-DE"/>
              <a:t>Mastertitelformat bearbeiten</a:t>
            </a:r>
            <a:endParaRPr/>
          </a:p>
        </p:txBody>
      </p:sp>
      <p:sp>
        <p:nvSpPr>
          <p:cNvPr id="87" name="Textebene 1…"/>
          <p:cNvSpPr txBox="1">
            <a:spLocks noGrp="1"/>
          </p:cNvSpPr>
          <p:nvPr>
            <p:ph type="body" sz="half" idx="1"/>
          </p:nvPr>
        </p:nvSpPr>
        <p:spPr>
          <a:xfrm>
            <a:off x="923883" y="2296900"/>
            <a:ext cx="5658550" cy="4511782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dirty="0"/>
          </a:p>
        </p:txBody>
      </p:sp>
      <p:sp>
        <p:nvSpPr>
          <p:cNvPr id="88" name="Folien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7"/>
          <p:cNvSpPr/>
          <p:nvPr/>
        </p:nvSpPr>
        <p:spPr>
          <a:xfrm>
            <a:off x="0" y="5259600"/>
            <a:ext cx="13444816" cy="2299681"/>
          </a:xfrm>
          <a:prstGeom prst="rect">
            <a:avLst/>
          </a:prstGeom>
          <a:gradFill>
            <a:gsLst>
              <a:gs pos="0">
                <a:srgbClr val="FFDB89"/>
              </a:gs>
              <a:gs pos="100000">
                <a:srgbClr val="FFFFFF"/>
              </a:gs>
            </a:gsLst>
            <a:lin ang="16200000"/>
          </a:gradFill>
          <a:ln w="12700">
            <a:miter lim="400000"/>
          </a:ln>
        </p:spPr>
        <p:txBody>
          <a:bodyPr lIns="0" tIns="0" rIns="0" bIns="0"/>
          <a:lstStyle/>
          <a:p>
            <a:endParaRPr sz="1800"/>
          </a:p>
        </p:txBody>
      </p:sp>
      <p:pic>
        <p:nvPicPr>
          <p:cNvPr id="3" name="Grafik 9" descr="Grafik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257040"/>
            <a:ext cx="3284342" cy="1568520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Titeltext"/>
          <p:cNvSpPr txBox="1">
            <a:spLocks noGrp="1"/>
          </p:cNvSpPr>
          <p:nvPr>
            <p:ph type="title"/>
          </p:nvPr>
        </p:nvSpPr>
        <p:spPr>
          <a:xfrm>
            <a:off x="671672" y="101453"/>
            <a:ext cx="12090084" cy="1661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r>
              <a:rPr dirty="0" err="1"/>
              <a:t>Titeltext</a:t>
            </a:r>
            <a:endParaRPr dirty="0"/>
          </a:p>
        </p:txBody>
      </p:sp>
      <p:sp>
        <p:nvSpPr>
          <p:cNvPr id="5" name="Textebene 1…"/>
          <p:cNvSpPr txBox="1">
            <a:spLocks noGrp="1"/>
          </p:cNvSpPr>
          <p:nvPr>
            <p:ph type="body" idx="1"/>
          </p:nvPr>
        </p:nvSpPr>
        <p:spPr>
          <a:xfrm>
            <a:off x="671672" y="2103120"/>
            <a:ext cx="12090084" cy="4966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/>
          <a:lstStyle/>
          <a:p>
            <a:r>
              <a:rPr dirty="0" err="1"/>
              <a:t>Textebene</a:t>
            </a:r>
            <a:r>
              <a:rPr dirty="0"/>
              <a:t> 1</a:t>
            </a:r>
          </a:p>
          <a:p>
            <a:pPr lvl="1"/>
            <a:r>
              <a:rPr dirty="0" err="1"/>
              <a:t>Textebene</a:t>
            </a:r>
            <a:r>
              <a:rPr dirty="0"/>
              <a:t> 2</a:t>
            </a:r>
          </a:p>
          <a:p>
            <a:pPr lvl="2"/>
            <a:r>
              <a:rPr dirty="0" err="1"/>
              <a:t>Textebene</a:t>
            </a:r>
            <a:r>
              <a:rPr dirty="0"/>
              <a:t> 3</a:t>
            </a:r>
          </a:p>
          <a:p>
            <a:pPr lvl="3"/>
            <a:r>
              <a:rPr dirty="0" err="1"/>
              <a:t>Textebene</a:t>
            </a:r>
            <a:r>
              <a:rPr dirty="0"/>
              <a:t> 4</a:t>
            </a:r>
          </a:p>
          <a:p>
            <a:pPr lvl="4"/>
            <a:r>
              <a:rPr dirty="0" err="1"/>
              <a:t>Textebene</a:t>
            </a:r>
            <a:r>
              <a:rPr dirty="0"/>
              <a:t> 5</a:t>
            </a:r>
          </a:p>
        </p:txBody>
      </p:sp>
      <p:sp>
        <p:nvSpPr>
          <p:cNvPr id="6" name="Foliennummer"/>
          <p:cNvSpPr txBox="1">
            <a:spLocks noGrp="1"/>
          </p:cNvSpPr>
          <p:nvPr>
            <p:ph type="sldNum" sz="quarter" idx="2"/>
          </p:nvPr>
        </p:nvSpPr>
        <p:spPr>
          <a:xfrm>
            <a:off x="12131726" y="7069601"/>
            <a:ext cx="388246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 spc="-1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fld id="{86CB4B4D-7CA3-9044-876B-883B54F8677D}" type="slidenum">
              <a:t>‹Nr.›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ransition spd="med"/>
  <p:txStyles>
    <p:titleStyle>
      <a:lvl1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1" i="0" u="none" strike="noStrike" cap="none" spc="-1" baseline="0">
          <a:solidFill>
            <a:srgbClr val="000000"/>
          </a:solidFill>
          <a:uFillTx/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  <a:sym typeface="Calibri Light"/>
        </a:defRPr>
      </a:lvl1pPr>
      <a:lvl2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-1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-1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-1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-1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-1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-1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-1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-1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>
          <a:srgbClr val="000000"/>
        </a:buClr>
        <a:buSzPct val="100000"/>
        <a:buFont typeface="Arial"/>
        <a:buChar char="•"/>
        <a:tabLst/>
        <a:defRPr sz="2800" b="0" i="0" u="none" strike="noStrike" cap="none" spc="-1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>
          <a:srgbClr val="000000"/>
        </a:buClr>
        <a:buSzPct val="100000"/>
        <a:buFont typeface="Arial"/>
        <a:buChar char=""/>
        <a:tabLst/>
        <a:defRPr sz="2800" b="0" i="0" u="none" strike="noStrike" cap="none" spc="-1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9" marR="0" indent="-320039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>
          <a:srgbClr val="000000"/>
        </a:buClr>
        <a:buSzPct val="100000"/>
        <a:buFont typeface="Arial"/>
        <a:buChar char=""/>
        <a:tabLst/>
        <a:defRPr sz="2800" b="0" i="0" u="none" strike="noStrike" cap="none" spc="-1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>
          <a:srgbClr val="000000"/>
        </a:buClr>
        <a:buSzPct val="100000"/>
        <a:buFont typeface="Arial"/>
        <a:buChar char=""/>
        <a:tabLst/>
        <a:defRPr sz="2800" b="0" i="0" u="none" strike="noStrike" cap="none" spc="-1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>
          <a:srgbClr val="000000"/>
        </a:buClr>
        <a:buSzPct val="100000"/>
        <a:buFont typeface="Arial"/>
        <a:buChar char=""/>
        <a:tabLst/>
        <a:defRPr sz="2800" b="0" i="0" u="none" strike="noStrike" cap="none" spc="-1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sz="2800" b="0" i="0" u="none" strike="noStrike" cap="none" spc="-1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sz="2800" b="0" i="0" u="none" strike="noStrike" cap="none" spc="-1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sz="2800" b="0" i="0" u="none" strike="noStrike" cap="none" spc="-1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l" defTabSz="914400" rtl="0" eaLnBrk="1" latinLnBrk="0" hangingPunct="1">
        <a:lnSpc>
          <a:spcPct val="90000"/>
        </a:lnSpc>
        <a:spcBef>
          <a:spcPts val="1000"/>
        </a:spcBef>
        <a:spcAft>
          <a:spcPts val="0"/>
        </a:spcAft>
        <a:buClr>
          <a:srgbClr val="000000"/>
        </a:buClr>
        <a:buSzTx/>
        <a:buFont typeface="Arial"/>
        <a:buNone/>
        <a:tabLst/>
        <a:defRPr sz="2800" b="0" i="0" u="none" strike="noStrike" cap="none" spc="-1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1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1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1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1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1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1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1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1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1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3BA665-21EE-2117-F3F8-0F576D4E9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83" y="402120"/>
            <a:ext cx="8382349" cy="1460881"/>
          </a:xfrm>
        </p:spPr>
        <p:txBody>
          <a:bodyPr/>
          <a:lstStyle/>
          <a:p>
            <a:endParaRPr lang="de-DE" b="1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E36927C-7EF2-7BC2-A9E9-E33A76AAA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8841786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miter lim="800000"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Präsentation2" id="{5D750A66-3C37-D34C-B33C-9019E1744C91}" vid="{0D653DA6-197E-394B-B15A-FCAFBA3C3332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miter lim="800000"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Macintosh PowerPoint</Application>
  <PresentationFormat>Benutzerdefiniert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Helvetica Neue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Frank Stefan</dc:creator>
  <cp:lastModifiedBy>Frank Stefan</cp:lastModifiedBy>
  <cp:revision>1</cp:revision>
  <dcterms:created xsi:type="dcterms:W3CDTF">2026-08-19T12:11:09Z</dcterms:created>
  <dcterms:modified xsi:type="dcterms:W3CDTF">2026-08-19T12:48:57Z</dcterms:modified>
</cp:coreProperties>
</file>