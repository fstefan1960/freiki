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81"/>
  </p:normalViewPr>
  <p:slideViewPr>
    <p:cSldViewPr snapToGrid="0">
      <p:cViewPr varScale="1">
        <p:scale>
          <a:sx n="116" d="100"/>
          <a:sy n="116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E3503-FFE4-9D81-7CCA-CB87953A3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927671-E44A-13EF-8F1F-F784069E1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529436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Katalog</Template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Katalog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Stefan</dc:creator>
  <cp:lastModifiedBy>Frank Stefan</cp:lastModifiedBy>
  <cp:revision>1</cp:revision>
  <dcterms:created xsi:type="dcterms:W3CDTF">2026-08-19T13:10:02Z</dcterms:created>
  <dcterms:modified xsi:type="dcterms:W3CDTF">2026-08-19T13:10:32Z</dcterms:modified>
</cp:coreProperties>
</file>